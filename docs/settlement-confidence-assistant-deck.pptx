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ROOM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6350">
            <a:solidFill>
              <a:srgbClr val="E4DF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471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Greenroom Applied AI PM Case Study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732520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Confidence Assistant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SLICE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Confidence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interpretation and explainability for settlement workflows.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73152" cy="2377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57400"/>
            <a:ext cx="6126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is failing because teams do not trust the interpretation, not because they cannot do arithmetic.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73568" y="19933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73568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ROOM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973568" y="29443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73568" y="337413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CONTEXT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7973568" y="38953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73568" y="4325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PRODUCT SLICE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is a trust workflow wearing a calculator costume.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part is not the formula. It is aligning on what the deal means.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" y="2084832"/>
            <a:ext cx="534924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54496" y="2084832"/>
            <a:ext cx="5349240" cy="3337560"/>
          </a:xfrm>
          <a:prstGeom prst="roundRect">
            <a:avLst>
              <a:gd name="adj" fmla="val 1644"/>
            </a:avLst>
          </a:prstGeom>
          <a:solidFill>
            <a:srgbClr val="FDFBF6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looks like math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10528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actually breaks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" y="29260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8529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Gross, net, fees, expenses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77824" y="33832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3101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 vs percentage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77824" y="38404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7673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 and recoups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77824" y="42976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2245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total to artist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547104" y="29260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8529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Messy negotiated prose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547104" y="33832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33101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structured fields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547104" y="38404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37673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reads by venue / TM / agent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547104" y="429768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4224528"/>
            <a:ext cx="4526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and sign-off drift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DECISION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leverage point is alignment before money moves.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chose interpretation + explainability because a correct number still fails if nobody trusts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D1FAE5"/>
          </a:solidFill>
          <a:ln w="8890">
            <a:solidFill>
              <a:srgbClr val="A7F3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214884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214884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FFE4E6"/>
          </a:solidFill>
          <a:ln w="889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50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layer: parse notes, flag ambiguity, explain line items.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450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settlement engine, agent portal, dispute automation.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58200" y="2450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58200" y="2907792"/>
            <a:ext cx="2606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Chatbot, RAG, autonomous approval, every possible deal type.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should assist judgment, not replace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behavior is intentionally conservative.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7830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42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907792"/>
            <a:ext cx="1325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deal notes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926080" y="2331720"/>
            <a:ext cx="17830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2542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27248" y="2907792"/>
            <a:ext cx="1325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against records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166360" y="2331720"/>
            <a:ext cx="1783080" cy="1508760"/>
          </a:xfrm>
          <a:prstGeom prst="roundRect">
            <a:avLst>
              <a:gd name="adj" fmla="val 3636"/>
            </a:avLst>
          </a:prstGeom>
          <a:solidFill>
            <a:srgbClr val="FEF0C7"/>
          </a:solidFill>
          <a:ln w="889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2542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67528" y="2907792"/>
            <a:ext cx="1325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uncertainty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406640" y="2331720"/>
            <a:ext cx="17830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542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07808" y="2907792"/>
            <a:ext cx="1325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each line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646920" y="2331720"/>
            <a:ext cx="17830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48088" y="2542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48088" y="2907792"/>
            <a:ext cx="1325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manual review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115568" y="4663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black-box answer. Every suggestion carries a reason, source, confidence, and review path.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confidence layer inside the settlement worksheet.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sits where Mariana already works, not in a separate AI chat surface.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2011680"/>
            <a:ext cx="10771632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Confidence Assistant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0" y="2331720"/>
            <a:ext cx="1207008" cy="237744"/>
          </a:xfrm>
          <a:prstGeom prst="roundRect">
            <a:avLst>
              <a:gd name="adj" fmla="val 23077"/>
            </a:avLst>
          </a:prstGeom>
          <a:solidFill>
            <a:srgbClr val="FEF0C7"/>
          </a:solidFill>
          <a:ln w="8890">
            <a:solidFill>
              <a:srgbClr val="FEF0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2391156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78% medium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10369296" y="2331720"/>
            <a:ext cx="1207008" cy="237744"/>
          </a:xfrm>
          <a:prstGeom prst="roundRect">
            <a:avLst>
              <a:gd name="adj" fmla="val 23077"/>
            </a:avLst>
          </a:prstGeom>
          <a:solidFill>
            <a:srgbClr val="FEF0C7"/>
          </a:solidFill>
          <a:ln w="8890">
            <a:solidFill>
              <a:srgbClr val="FEF0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42448" y="2391156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review item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1024128" y="3136392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interpretation: deal read, guarantee, upside, walkout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1024128" y="3639312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66160"/>
            <a:ext cx="43891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warnings: contradictions, ambiguity, confidence gaps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024128" y="4142232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69080"/>
            <a:ext cx="43891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lines: gross, net, expenses, guarantee, recoups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720840" y="2944368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DFBF6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 with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547872"/>
            <a:ext cx="33832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found clauses Mariana should confirm before final sign-off.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Coastal Spell shows why arithmetic is not enough.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dispute is about marketing-recoup interpretation, not basic settlement math.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4800600" cy="3337560"/>
          </a:xfrm>
          <a:prstGeom prst="roundRect">
            <a:avLst>
              <a:gd name="adj" fmla="val 1644"/>
            </a:avLst>
          </a:prstGeom>
          <a:solidFill>
            <a:srgbClr val="FFE4E6"/>
          </a:solidFill>
          <a:ln w="889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4128" y="2816352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deal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1024128" y="320040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$900 marketing recoup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024128" y="3584448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Disputed lifecycle state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1024128" y="3968496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895344"/>
            <a:ext cx="3749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sign-off language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024128" y="4352544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 interpretation risk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72200" y="1993392"/>
            <a:ext cx="480060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834640"/>
            <a:ext cx="3977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181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/shows/show_coastal_spell_dispute/settle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456432"/>
            <a:ext cx="363931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dispute badge, then the assistant warning, then the source-backed settlement lines.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is useful only when it explains itself.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lowers confidence for concrete reasons, not vague model unease.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29514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recoup placement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229514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 vs field conflict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914400" y="2898648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044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Gross/net basis uncertainty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263640" y="2898648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FEF0C7"/>
          </a:solidFill>
          <a:ln w="889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3044952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vs sign-off mismatch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914400" y="3648456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7947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 disputed recoup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63640" y="3648456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7947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 over cap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60120" y="49834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vocabulary: safe to send / usable with review / manual review required.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is fewer surprise disputes, not perfect automation.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metrics combine interpretation quality, workflow speed, and trust outcomes.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SETTLEMENTS REVIEWED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611880" y="2423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2-3 wks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11880" y="2852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BEFORE SETTLEMENT NIGHTS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55080" y="2423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5080" y="2852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AGENT/TM FOLLOW-UP QUESTIONS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9098280" y="2423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98280" y="2852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SETTLEMENTS SENT WITH WARNINGS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10241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31596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learning question: does Mariana catch and resolve ambiguous terms before they become post-show disputes?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product step is confirmed interpretation.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AI proposes a read, Mariana needs a way to accept, edit, or reject it.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draft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2743200"/>
            <a:ext cx="256032" cy="256032"/>
          </a:xfrm>
          <a:prstGeom prst="chevron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242316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D1FAE5"/>
          </a:solidFill>
          <a:ln w="889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Mariana confirms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2743200"/>
            <a:ext cx="256032" cy="256032"/>
          </a:xfrm>
          <a:prstGeom prst="chevron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42316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 uses confirmed terms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0" y="2743200"/>
            <a:ext cx="256032" cy="256032"/>
          </a:xfrm>
          <a:prstGeom prst="chevron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42316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E4DF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27797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 / agent sees source trail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7552" y="4416552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4343400"/>
            <a:ext cx="44805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Tighter clause-level source spans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87552" y="484632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2144" y="4773168"/>
            <a:ext cx="44805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Pre-show settlement-risk checklist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17920" y="4416552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4343400"/>
            <a:ext cx="44805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 approval view for unusual terms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217920" y="4846320"/>
            <a:ext cx="54864" cy="548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4773168"/>
            <a:ext cx="44805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A18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Agent/TM preview for disputed-prone lines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100584" cy="1005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383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interpretation reviewable before making settlement more automatic.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85216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67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does not settle the show. It helps Mariana settle with confidence.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20240" y="2560320"/>
            <a:ext cx="832104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072384"/>
            <a:ext cx="8138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Greenroom should earn trust at the moment money, reputation, and artist relationships all meet.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4907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Settlement Confidence Assistant</dc:title>
  <dc:subject>Settlement Confidence Assistant</dc:subject>
  <dc:creator>Greenroom Case Study</dc:creator>
  <cp:lastModifiedBy>Greenroom Case Study</cp:lastModifiedBy>
  <cp:revision>1</cp:revision>
  <dcterms:created xsi:type="dcterms:W3CDTF">2026-05-19T00:19:43Z</dcterms:created>
  <dcterms:modified xsi:type="dcterms:W3CDTF">2026-05-19T00:19:43Z</dcterms:modified>
</cp:coreProperties>
</file>